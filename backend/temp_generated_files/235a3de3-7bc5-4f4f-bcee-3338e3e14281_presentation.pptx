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what are the discovery question for zero trust access that i should bring to CISO today?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Admin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Certainly! You asked to "turn that into PowerPoint." Based on the conversation history, "that" refers to the Japanese translation of the Zero Trust Access (ZTA) discovery questions for CISOs. Below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# PowerPoint: Zero Trust Access ディスカバリー質問（CISO向け）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**Zero Trust Access ディスカバリー質問**</a:t>
            </a:r>
          </a:p>
          <a:p>
            <a:pPr/>
            <a:r>
              <a:t>CISO向けヒアリングガイド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可視性 &amp; シャドーIT</a:t>
            </a:r>
          </a:p>
          <a:p>
            <a:pPr/>
            <a:r>
              <a:t>- セキュリティ管理 &amp; ツールの乱立</a:t>
            </a:r>
          </a:p>
          <a:p>
            <a:pPr/>
            <a:r>
              <a:t>- BYOD・契約社員・IoT端末の保護</a:t>
            </a:r>
          </a:p>
          <a:p>
            <a:pPr/>
            <a:r>
              <a:t>- 認証・アクセス制御の高度化</a:t>
            </a:r>
          </a:p>
          <a:p>
            <a:pPr/>
            <a:r>
              <a:t>- リモートアクセスのユーザー体験</a:t>
            </a:r>
          </a:p>
          <a:p>
            <a:pPr/>
            <a:r>
              <a:t>- ポリシーの一貫性と運用負荷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 現在、ネットワーク外でユーザーが利用しているシャドーITや未承認アプリケーションの利用状況について、どの程度可視化できていますか？</a:t>
            </a:r>
          </a:p>
          <a:p>
            <a:pPr/>
            <a:r>
              <a:t>- 従業員が新しいクラウドアプリケーションを利用し始めたことを、どのように発見していますか？</a:t>
            </a:r>
          </a:p>
          <a:p>
            <a:pPr/>
            <a:r>
              <a:t>- それは通常、セキュリティインシデントが発生する前ですか、それとも後ですか？</a:t>
            </a:r>
          </a:p>
          <a:p>
            <a:pPr/>
            <a:r>
              <a:t>- 特にリモートや社外からアクセスされるアプリケーションに対して、利用許可ポリシーをどの程度効果的に適用できていますか？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