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 need to build a powerpoint on data center security, pls help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Admin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Certainly! Here is a comprehensive, detailed content set you can use to build a PowerPoint presentation on data center security, based directly on the provided documents. This version extracts and syn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# Data Center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Data centers are critical infrastructure, housing sensitive data and applications.</a:t>
            </a:r>
          </a:p>
          <a:p>
            <a:pPr/>
            <a:r>
              <a:t>- Security is essential to prevent data breaches, ensure compliance, and maintain business continuity.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**Privacy:** Prevents sensitive information leakage, including:</a:t>
            </a:r>
          </a:p>
          <a:p>
            <a:pPr/>
            <a:r>
              <a:t>- Personally Identifiable Information (PII)</a:t>
            </a:r>
          </a:p>
          <a:p>
            <a:pPr/>
            <a:r>
              <a:t>- Payment Card Industry Data Security Standard (PCI) data</a:t>
            </a:r>
          </a:p>
          <a:p>
            <a:pPr/>
            <a:r>
              <a:t>- Protected Health Information (PHI)</a:t>
            </a:r>
          </a:p>
          <a:p>
            <a:pPr/>
            <a:r>
              <a:t>- Source code</a:t>
            </a:r>
          </a:p>
          <a:p>
            <a:pPr/>
            <a:r>
              <a:t>- Model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## 3. Runtime Enforcement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Cloud-hosted, as-a-service gateways that enforce guardrail policies without requiring code changes in AI applications.</a:t>
            </a:r>
          </a:p>
          <a:p>
            <a:pPr/>
            <a:r>
              <a:t>- AI applications are configured to direct prompts to the AI Defense Gateway URL instead of the standard model URL (e.g., OpenAI).</a:t>
            </a:r>
          </a:p>
          <a:p>
            <a:pPr/>
            <a:r>
              <a:t>- Enables organizations to implement security guardrails seamlessly.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Cisco Multicloud Defense gateways enforce policy without any change to the AI application or AI models.</a:t>
            </a:r>
          </a:p>
          <a:p>
            <a:pPr/>
            <a:r>
              <a:t>- Runtime protection is enforced at the Cisco Multicloud Defense Egress Gateway.</a:t>
            </a:r>
          </a:p>
          <a:p>
            <a:pPr/>
            <a:r>
              <a:t>- Provides segmentation by enforcing security policies based on user identity, device context, or application grouping.</a:t>
            </a:r>
          </a:p>
          <a:p>
            <a:pPr/>
            <a:r>
              <a:t>- Supports comprehensive, adaptive segmentation tailored to each customer environment, balancing security and business agility.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