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"I have a client with challenges on zone based segmentation - what is my best pitch?"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Admin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You requested a document in PPT format based on your previous question, which was: "I have a client with challenges on zone based segmentation - what is my best pitch?" My previous answer provided a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# Zone-Based Segmentation: The Modern Solution for Network Security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##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- It divides the network into distinct zones, each managed and secured according to its unique requirements.</a:t>
            </a:r>
          </a:p>
          <a:p>
            <a:pPr/>
            <a:r>
              <a:t>- This approach reduces the risk of lateral movement by threats and improves overall visibility and control.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## Key Features &amp;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- Enables definition and enforcement of security policies based on the specific needs and behaviors of each network zone.</a:t>
            </a:r>
          </a:p>
          <a:p>
            <a:pPr/>
            <a:r>
              <a:t>- **Security Group Tags (SGT) &amp; Tag-Based Policy**</a:t>
            </a:r>
          </a:p>
          <a:p>
            <a:pPr/>
            <a:r>
              <a:t>- Utilizes SGTs for dynamic, scalable policy enforcement.</a:t>
            </a:r>
          </a:p>
          <a:p>
            <a:pPr/>
            <a:r>
              <a:t>- Tag-based policies allow for granular access control and segmentation.</a:t>
            </a:r>
          </a:p>
          <a:p>
            <a:pPr/>
            <a:r>
              <a:t>- **Integration &amp; Deployment**</a:t>
            </a:r>
          </a:p>
          <a:p>
            <a:pPr/>
            <a:r>
              <a:t>- Designed for seamless integration into existing network environments.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