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need to build a powerpoint on data center security, pls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Admin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Certainly! Here’s a comprehensive outline and key content you can use to build a PowerPoint presentation on data center security, based directly on the provided documents. This content covers core 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 Data Center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Data centers are critical infrastructure, housing sensitive data and applications.</a:t>
            </a:r>
          </a:p>
          <a:p>
            <a:pPr/>
            <a:r>
              <a:t>- Security is essential to protect data, ensure compliance, and maintain business continuity.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**Definition:** Strategies and controls to protect sensitive data accessed, shared, and exchanged both inside and outside the organization.</a:t>
            </a:r>
          </a:p>
          <a:p>
            <a:pPr/>
            <a:r>
              <a:t>- **Key Elements:**</a:t>
            </a:r>
          </a:p>
          <a:p>
            <a:pPr/>
            <a:r>
              <a:t>- Identify types of data and their locations.</a:t>
            </a:r>
          </a:p>
          <a:p>
            <a:pPr/>
            <a:r>
              <a:t>- Define who is allowed access to the data.</a:t>
            </a:r>
          </a:p>
          <a:p>
            <a:pPr/>
            <a:r>
              <a:t>- Determine which models and applications have access.</a:t>
            </a:r>
          </a:p>
          <a:p>
            <a:pPr/>
            <a:r>
              <a:t>- Implement controls to minimize compliance violations.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**Model Leakage:** AI models may inadvertently encode and expose sensitive information in their outputs.</a:t>
            </a:r>
          </a:p>
          <a:p>
            <a:pPr/>
            <a:r>
              <a:t>- **Unintentional Disclosure:** Applications could generate sensitive data (e.g., customer names, addresses) even if not explicitly requested.</a:t>
            </a:r>
          </a:p>
          <a:p>
            <a:pPr/>
            <a:r>
              <a:t>- **Misuse of Generated Data:** False or malicious data could be generated and used inappropriately.</a:t>
            </a:r>
          </a:p>
          <a:p>
            <a:pPr/>
            <a:r>
              <a:t>- **Compliance Violations:** Risk of breaching regulations such as the European Union’s General Data Protection Regulation (GDPR).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**Challenge:** Many firewalls either:</a:t>
            </a:r>
          </a:p>
          <a:p>
            <a:pPr/>
            <a:r>
              <a:t>- Require decrypting all traffic (resource-intensive, costly hardware upgrades).</a:t>
            </a:r>
          </a:p>
          <a:p>
            <a:pPr/>
            <a:r>
              <a:t>- Or pass encrypted traffic without inspection (creates security blind spots).</a:t>
            </a:r>
          </a:p>
          <a:p>
            <a:pPr/>
            <a:r>
              <a:t>- **Solution:** Advanced solutions provide:</a:t>
            </a:r>
          </a:p>
          <a:p>
            <a:pPr/>
            <a:r>
              <a:t>- Inspection of encrypted traffic for threats and policy compliance.</a:t>
            </a:r>
          </a:p>
          <a:p>
            <a:pPr/>
            <a:r>
              <a:t>- Unified management and seamless information sharing between on-premises and cloud deployments.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