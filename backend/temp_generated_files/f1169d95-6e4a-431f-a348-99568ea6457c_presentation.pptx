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"Tell me about ai model protection and give me ideas to pitch it using powerpoint"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Admin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AI Model Protection: Overview and Pitch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AI model protection is a critical component of modern network security, designed to safeguard AI models from vulnerabilities, unauthorized access, and potential attacks. The AI Model Protection soluti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Key Aspects of AI Model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The solution provides tools and processes to detect vulnerabilities within AI models.</a:t>
            </a:r>
          </a:p>
          <a:p>
            <a:pPr/>
            <a:r>
              <a:t>- It enables organizations to identify weaknesses that could be exploited by attackers.</a:t>
            </a:r>
          </a:p>
          <a:p>
            <a:pPr/>
            <a:r>
              <a:t>- Real-world use cases demonstrate how vulnerability detection can prevent breaches and data leaks.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The solution includes asset discovery features to identify all AI models and related assets within an organization.</a:t>
            </a:r>
          </a:p>
          <a:p>
            <a:pPr/>
            <a:r>
              <a:t>- Detection capabilities help monitor these assets for unauthorized changes or suspicious activity.</a:t>
            </a:r>
          </a:p>
          <a:p>
            <a:pPr/>
            <a:r>
              <a:t>- This ensures comprehensive visibility and control over the AI environment.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The solution extends protection to AI applications, securing them against threats targeting the application layer.</a:t>
            </a:r>
          </a:p>
          <a:p>
            <a:pPr/>
            <a:r>
              <a:t>- It supports integration and deployment across various environments, ensuring flexibility and scalability.</a:t>
            </a:r>
          </a:p>
          <a:p>
            <a:pPr/>
            <a:r>
              <a:t>- Best practices and recommendations are provided to maximize protection and operational efficiency.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The solution is designed for seamless integration with existing security infrastructure.</a:t>
            </a:r>
          </a:p>
          <a:p>
            <a:pPr/>
            <a:r>
              <a:t>- Multiple deployment options are available to fit different organizational needs and architectures.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The solution offers guidance on implementing AI model protection effectively.</a:t>
            </a:r>
          </a:p>
          <a:p>
            <a:pPr/>
            <a:r>
              <a:t>- Recommendations cover both technical and operational aspects to ensure robust security.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Pitch Ideas for AI Model Protection (PowerPoint)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When pitching AI model protection, consider structuring your presentation around the following key points: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